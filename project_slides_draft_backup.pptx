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1B68-A273-D665-E71A-BD33C986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37B14-BAD2-BEE1-F32B-62BA4FAB8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83A63-9220-B15B-09C2-03092744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D748-A5B2-C631-2FA1-4A98201C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807B-67FB-EF0E-5C75-0AD76ED1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5BA7-972C-3DDE-1578-D57D1199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799F-B4A2-2E88-5885-3162C75F9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220F-66AA-2170-6765-B238A835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4DF6-E859-25F3-1D26-717249C2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9C32-7D48-147F-1F56-01FA5974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5632-657A-3800-80A1-83636AA3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DE21-CBAE-CAB0-30AA-13359294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8A94-6613-17B3-77E4-E9ABF691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6637-3403-E40F-8192-B230567A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70BFF-DFFA-DFB4-B376-78A36C53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3500-4F1A-34CC-D344-CECB4139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877D-CE6D-A909-8601-4CD00885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1A2DE-35EC-24EC-9158-FEC87B491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7095-6534-AECA-3327-F2CFD881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B0E02-9674-38BF-605D-79138ACF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E4379-EB60-351A-43D7-DDF5996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5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2D61-E0E3-D2E3-F567-73BA7493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A0AF2-BE15-B1AC-BC3D-15DF20C3D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AE1-EAFE-3A64-6323-2DC1486A3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89282-FB5B-B205-2D95-AF8F6B7CD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A62C7-A1B6-34EC-AEED-6396B134A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09FC1-B12C-2AB6-1D60-57240F73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1D297-47FB-831F-8D30-9B2C1F10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3E859-E7FD-D12E-91D3-3B97CD94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7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FAF0-2827-EAD6-6276-592A5211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875AF-C02A-8ED8-F37C-B6138AAC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783C4-CC66-30D4-43BF-828F42D2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F0834-57DA-11D6-F6BF-6A60FFE2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A5C70-FAD8-1711-E576-6DD3E79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795C1-BC52-1E8C-475E-0C12BFCF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E56F-E073-9662-347C-E50A302C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4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CAA3-FA19-A963-03A3-5D041F65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31A3-31A3-6BAB-05B0-1EEDA9D9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8A990-162E-0119-D629-CC0E5B012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BFF91-988B-3665-AC53-4C23CD7A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32BFC-DC4A-7D84-5CA1-AF5854E8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FD054-16D9-7151-3FBB-E69C45D7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C6B4-5AB2-4D0E-3B2F-F5CC9EFF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808A6-653E-92EF-84DE-34F58D5E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B57D-8CF0-DFB5-72FC-10A26E54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616E7-DEA5-77E8-D4C1-75A560A6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C8801-835B-5E06-798C-AE5AEC5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714C-EFE4-0809-BEEF-B6B676B6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6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7CB1-548A-8F52-0869-5A137BA3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5362D-9086-2ECE-CBA6-5D106DC1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5B13F-1B13-4813-6EB2-3A1F6E08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911D-1575-8F51-C539-D141F8D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C374F-ABB2-87AF-01DC-5D9AA22C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FE0B6-E684-077C-2300-BA4FD840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1C142-3C69-B559-21F5-30180102C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F238-F233-B364-9368-76943FD6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40D6-685A-F18C-CFAE-CC54FD1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5537-1A60-0D62-6B34-EF325CEF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9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0C36F-75C9-637C-1447-C6F200B1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D1929-608E-2650-8EB3-4F2BDF20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4C1B4-B424-60C6-B250-F5B0DED82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6A2C-9702-0D4B-B87E-B0AC7DD3A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E08A-14DA-BEEA-5210-CC0A66B16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4D96-737F-73D7-580A-1AA100DB2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AI for Research</a:t>
            </a:r>
            <a:br>
              <a:rPr lang="en-US" sz="2000" dirty="0"/>
            </a:br>
            <a:r>
              <a:rPr lang="en-US" sz="2000" dirty="0"/>
              <a:t>Using AI to Identify Spurious Correlations in Human Subject Data</a:t>
            </a:r>
            <a:br>
              <a:rPr lang="en-US" sz="2000" dirty="0"/>
            </a:br>
            <a:r>
              <a:rPr lang="en-US" sz="2000" dirty="0"/>
              <a:t>Improving Data Quality Using AI</a:t>
            </a:r>
            <a:br>
              <a:rPr lang="en-US" sz="2000" dirty="0"/>
            </a:br>
            <a:r>
              <a:rPr lang="en-US" sz="2000" dirty="0"/>
              <a:t>Using LLMs to …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8335E-CF16-C843-40A2-4BCD9B7E8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4422"/>
            <a:ext cx="9144000" cy="1655762"/>
          </a:xfrm>
        </p:spPr>
        <p:txBody>
          <a:bodyPr/>
          <a:lstStyle/>
          <a:p>
            <a:r>
              <a:rPr lang="en-US" dirty="0"/>
              <a:t>Shamima Hossain, Ritesh Moon, Yuheng Zhao, Alexandra </a:t>
            </a:r>
            <a:r>
              <a:rPr lang="en-US" dirty="0" err="1"/>
              <a:t>Zienkiewic</a:t>
            </a:r>
            <a:r>
              <a:rPr lang="en-US" dirty="0"/>
              <a:t>, Mikaela Akrenius</a:t>
            </a:r>
          </a:p>
          <a:p>
            <a:r>
              <a:rPr lang="en-US" dirty="0"/>
              <a:t>ELLIS Summer School AI4Research</a:t>
            </a:r>
          </a:p>
        </p:txBody>
      </p:sp>
    </p:spTree>
    <p:extLst>
      <p:ext uri="{BB962C8B-B14F-4D97-AF65-F5344CB8AC3E}">
        <p14:creationId xmlns:p14="http://schemas.microsoft.com/office/powerpoint/2010/main" val="377205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CCF51-7FCA-B70D-8E78-0ED765AE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4B54-E9BA-2C4C-B669-ABB45473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5D4D0-78CF-1EF3-37FA-EE8E32A4B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03" y="1620570"/>
            <a:ext cx="10444185" cy="48723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Problem: detecting spurious correlations caused by inattentive participants in online data on human subjects</a:t>
            </a:r>
          </a:p>
          <a:p>
            <a:r>
              <a:rPr lang="en-US" dirty="0"/>
              <a:t>Target paper: </a:t>
            </a:r>
            <a:r>
              <a:rPr lang="en-US" dirty="0" err="1"/>
              <a:t>Zorowitz</a:t>
            </a:r>
            <a:r>
              <a:rPr lang="en-US" dirty="0"/>
              <a:t> et al. (2023)</a:t>
            </a:r>
          </a:p>
          <a:p>
            <a:pPr lvl="1"/>
            <a:r>
              <a:rPr lang="en-US" dirty="0"/>
              <a:t>reinforcement learning task measures x psychiatric survey measures</a:t>
            </a:r>
          </a:p>
          <a:p>
            <a:pPr lvl="1"/>
            <a:r>
              <a:rPr lang="en-US" dirty="0"/>
              <a:t>detecting and eliminating inattentive participants using task- and survey-based data quality metrics</a:t>
            </a:r>
          </a:p>
          <a:p>
            <a:r>
              <a:rPr lang="en-US" dirty="0"/>
              <a:t>Research question: Can a LLM recognize and exclude the same participants based on statistical information alone – without information from the paper?</a:t>
            </a:r>
          </a:p>
          <a:p>
            <a:r>
              <a:rPr lang="en-US" dirty="0"/>
              <a:t>Method: simple prompt + subsets of data</a:t>
            </a:r>
          </a:p>
          <a:p>
            <a:pPr lvl="1"/>
            <a:r>
              <a:rPr lang="en-US" dirty="0"/>
              <a:t>measures only + trial-level task data + trial-level survey data + both + metrics from </a:t>
            </a:r>
            <a:r>
              <a:rPr lang="en-US" dirty="0" err="1"/>
              <a:t>from</a:t>
            </a:r>
            <a:r>
              <a:rPr lang="en-US" dirty="0"/>
              <a:t> paper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D0D3A-E623-86BA-9E29-2A4406033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11"/>
          <a:stretch>
            <a:fillRect/>
          </a:stretch>
        </p:blipFill>
        <p:spPr>
          <a:xfrm>
            <a:off x="6253552" y="170475"/>
            <a:ext cx="5785517" cy="18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23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C980-4967-336D-608E-17707C02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610ED-FAEB-9006-911C-36167DC4E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8160"/>
            <a:ext cx="10515600" cy="3118802"/>
          </a:xfrm>
        </p:spPr>
        <p:txBody>
          <a:bodyPr>
            <a:normAutofit fontScale="92500"/>
          </a:bodyPr>
          <a:lstStyle/>
          <a:p>
            <a:r>
              <a:rPr lang="en-US" dirty="0"/>
              <a:t>Tables here from paper + from AI</a:t>
            </a:r>
          </a:p>
          <a:p>
            <a:r>
              <a:rPr lang="en-US" dirty="0"/>
              <a:t>Main comparison result (what’s different, same, better, worse)</a:t>
            </a:r>
          </a:p>
          <a:p>
            <a:r>
              <a:rPr lang="en-US" dirty="0"/>
              <a:t>Main internal result (paper vs. AI – improvement across conditions)</a:t>
            </a:r>
          </a:p>
          <a:p>
            <a:r>
              <a:rPr lang="en-US" dirty="0"/>
              <a:t>Processes: what humans did vs. what AI did</a:t>
            </a:r>
          </a:p>
          <a:p>
            <a:r>
              <a:rPr lang="en-US" dirty="0"/>
              <a:t>Future prospects: what to look at next, what to build upon</a:t>
            </a:r>
          </a:p>
          <a:p>
            <a:r>
              <a:rPr lang="en-US" dirty="0"/>
              <a:t>Significance: usefulness, applications, benefits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91D0B-81A3-940C-524B-3868111B2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47"/>
          <a:stretch>
            <a:fillRect/>
          </a:stretch>
        </p:blipFill>
        <p:spPr>
          <a:xfrm>
            <a:off x="2896091" y="243521"/>
            <a:ext cx="8687693" cy="240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1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204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AI for Research Using AI to Identify Spurious Correlations in Human Subject Data Improving Data Quality Using AI Using LLMs to …  </vt:lpstr>
      <vt:lpstr>Background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Mikaela Akrenius</dc:creator>
  <cp:lastModifiedBy>Mikaela Akrenius</cp:lastModifiedBy>
  <cp:revision>3</cp:revision>
  <dcterms:created xsi:type="dcterms:W3CDTF">2026-08-21T08:11:36Z</dcterms:created>
  <dcterms:modified xsi:type="dcterms:W3CDTF">2026-08-21T10:08:21Z</dcterms:modified>
</cp:coreProperties>
</file>