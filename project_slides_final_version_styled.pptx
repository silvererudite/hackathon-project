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84831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60">
                <a:solidFill>
                  <a:srgbClr val="6B7A87"/>
                </a:solidFill>
                <a:latin typeface="Consolas"/>
              </a:rPr>
              <a:t>ELLIS SUMMER SCHOOL AI4RESEARCH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78608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0D141C"/>
                </a:solidFill>
                <a:latin typeface="Archivo"/>
              </a:rPr>
              <a:t>Trust the data? – Agentic Quality Control for Scientific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86784"/>
            <a:ext cx="2377440" cy="27432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3B4A59"/>
                </a:solidFill>
                <a:latin typeface="Archivo"/>
              </a:rPr>
              <a:t>A Case Study of Inattentive Responding in Behavioral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7"/>
                </a:solidFill>
                <a:latin typeface="Consolas"/>
              </a:rPr>
              <a:t>Shamima Hossain, Ritesh Moon, Yuheng Zhao, Alexandra Zienkiewic, Mikaela Akrenius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60">
                <a:solidFill>
                  <a:srgbClr val="6B7A87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D141C"/>
                </a:solidFill>
                <a:latin typeface="Archivo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645920" cy="27432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7692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29968"/>
            <a:ext cx="5815583" cy="468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D141C"/>
                </a:solidFill>
                <a:latin typeface="Archivo"/>
              </a:rPr>
              <a:t>Problem: detecting spurious correlations caused by inattentive participants in online data on human subjects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26868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549144"/>
            <a:ext cx="5815583" cy="2344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D141C"/>
                </a:solidFill>
                <a:latin typeface="Archivo"/>
              </a:rPr>
              <a:t>Target paper: Zorowitz et al.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387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33878"/>
            <a:ext cx="5532120" cy="216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reinforcement learning task measures x psychiatric survey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057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00578"/>
            <a:ext cx="5532120" cy="432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detecting and eliminating inattentive participants using task- and survey-based data quality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61410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583686"/>
            <a:ext cx="5815583" cy="703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D141C"/>
                </a:solidFill>
                <a:latin typeface="Archivo"/>
              </a:rPr>
              <a:t>Research question: Can a LLM recognize and exclude the same participants based on statistical information alone – without information from the paper?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15028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337304"/>
            <a:ext cx="5815583" cy="2344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D141C"/>
                </a:solidFill>
                <a:latin typeface="Archivo"/>
              </a:rPr>
              <a:t>Method: simple prompt + subsets of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2203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22038"/>
            <a:ext cx="5532120" cy="432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measures only + trial-level task data + trial-level survey data + both + metrics from from paper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874519"/>
            <a:ext cx="42062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3931920" cy="21440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8040" y="45537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spc="120">
                <a:solidFill>
                  <a:srgbClr val="6B7A87"/>
                </a:solidFill>
                <a:latin typeface="Consolas"/>
              </a:rPr>
              <a:t>ZOROWITZ ET AL. (2023)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60">
                <a:solidFill>
                  <a:srgbClr val="6B7A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D141C"/>
                </a:solidFill>
                <a:latin typeface="Archiv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8404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spc="130">
                <a:solidFill>
                  <a:srgbClr val="6B7A87"/>
                </a:solidFill>
                <a:latin typeface="Consolas"/>
              </a:rPr>
              <a:t>REFERENCE —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658368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722376"/>
            <a:ext cx="3474720" cy="1452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975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spc="130">
                <a:solidFill>
                  <a:srgbClr val="6B7A87"/>
                </a:solidFill>
                <a:latin typeface="Consolas"/>
              </a:rPr>
              <a:t>OURS — FIVE DATA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31136"/>
            <a:ext cx="208483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3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6856"/>
            <a:ext cx="1993391" cy="13951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6941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110">
                <a:solidFill>
                  <a:srgbClr val="6B7A87"/>
                </a:solidFill>
                <a:latin typeface="Consolas"/>
              </a:rP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5" y="2231136"/>
            <a:ext cx="208483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3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5" y="2276856"/>
            <a:ext cx="1993391" cy="13743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8375" y="36941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110">
                <a:solidFill>
                  <a:srgbClr val="6B7A87"/>
                </a:solidFill>
                <a:latin typeface="Consolas"/>
              </a:rPr>
              <a:t>TEST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2231136"/>
            <a:ext cx="208483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3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2276856"/>
            <a:ext cx="1993391" cy="13897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93792" y="36941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110">
                <a:solidFill>
                  <a:srgbClr val="6B7A87"/>
                </a:solidFill>
                <a:latin typeface="Consolas"/>
              </a:rPr>
              <a:t>TEST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7" y="2231136"/>
            <a:ext cx="208483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3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7" y="2276856"/>
            <a:ext cx="1993391" cy="13850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9207" y="36941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110">
                <a:solidFill>
                  <a:srgbClr val="6B7A87"/>
                </a:solidFill>
                <a:latin typeface="Consolas"/>
              </a:rPr>
              <a:t>TEST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64624" y="2231136"/>
            <a:ext cx="208483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3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344" y="2276856"/>
            <a:ext cx="1993391" cy="13703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64624" y="36941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spc="110">
                <a:solidFill>
                  <a:srgbClr val="6B7A87"/>
                </a:solidFill>
                <a:latin typeface="Consolas"/>
              </a:rPr>
              <a:t>TEST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005072"/>
            <a:ext cx="10561320" cy="18288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87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41C"/>
                </a:solidFill>
                <a:latin typeface="Archivo"/>
              </a:rPr>
              <a:t>Main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17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17136"/>
            <a:ext cx="452628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As expected, LLM needed more than summary information from the data to exclude participants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3242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32426"/>
            <a:ext cx="452628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As in paper, trial-level information from survey was more useful than trial-level information from task, and best results were achieved using both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477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47716"/>
            <a:ext cx="452628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When LLM was given exclusion metrics used in the paper it made more exclusions than the 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D141C"/>
                </a:solidFill>
                <a:latin typeface="Archivo"/>
              </a:rPr>
              <a:t>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17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517136"/>
            <a:ext cx="4480560" cy="1893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Ground truth – paper, AI, or something else?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4306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743069"/>
            <a:ext cx="448056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What kinds of processes did the LLM engage in and what information did it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158359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158359"/>
            <a:ext cx="4480560" cy="1893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Repeating process for other data reliability problems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38429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384292"/>
            <a:ext cx="4480560" cy="1893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Developing tool for research and/or deriving insight for research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6327648"/>
            <a:ext cx="105613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6327648"/>
            <a:ext cx="45720" cy="402336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5" y="642823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D141C"/>
                </a:solidFill>
                <a:latin typeface="Archivo"/>
              </a:rPr>
              <a:t>Significance: </a:t>
            </a:r>
            <a:r>
              <a:rPr sz="1200" b="0">
                <a:solidFill>
                  <a:srgbClr val="0D141C"/>
                </a:solidFill>
                <a:latin typeface="Archivo"/>
              </a:rPr>
              <a:t>increasing data quality -&gt; more accurate results -&gt; better real-world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