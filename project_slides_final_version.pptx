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0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5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F1B68-A273-D665-E71A-BD33C98604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B37B14-BAD2-BEE1-F32B-62BA4FAB8B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83A63-9220-B15B-09C2-030927448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0D748-A5B2-C631-2FA1-4A98201CF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3807B-67FB-EF0E-5C75-0AD76ED10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552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D5BA7-972C-3DDE-1578-D57D1199C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B799F-B4A2-2E88-5885-3162C75F9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6220F-66AA-2170-6765-B238A8354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D4DF6-E859-25F3-1D26-717249C2C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29C32-7D48-147F-1F56-01FA59748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527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75632-657A-3800-80A1-83636AA39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1DE21-CBAE-CAB0-30AA-13359294F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18A94-6613-17B3-77E4-E9ABF6916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66637-3403-E40F-8192-B230567AD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70BFF-DFFA-DFB4-B376-78A36C53B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764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53500-4F1A-34CC-D344-CECB4139E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E877D-CE6D-A909-8601-4CD00885D7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C1A2DE-35EC-24EC-9158-FEC87B491F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B97095-6534-AECA-3327-F2CFD8810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4B0E02-9674-38BF-605D-79138ACF8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DE4379-EB60-351A-43D7-DDF5996AD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359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D2D61-E0E3-D2E3-F567-73BA7493C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2A0AF2-BE15-B1AC-BC3D-15DF20C3D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B37AE1-EAFE-3A64-6323-2DC1486A35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989282-FB5B-B205-2D95-AF8F6B7CD5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9A62C7-A1B6-34EC-AEED-6396B134AD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709FC1-B12C-2AB6-1D60-57240F738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01D297-47FB-831F-8D30-9B2C1F10E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C3E859-E7FD-D12E-91D3-3B97CD94D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678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DFAF0-2827-EAD6-6276-592A52110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9875AF-C02A-8ED8-F37C-B6138AAC0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B783C4-CC66-30D4-43BF-828F42D26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2F0834-57DA-11D6-F6BF-6A60FFE24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201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BA5C70-FAD8-1711-E576-6DD3E79F1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C795C1-BC52-1E8C-475E-0C12BFCF0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4E56F-E073-9662-347C-E50A302C1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142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4CAA3-FA19-A963-03A3-5D041F658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531A3-31A3-6BAB-05B0-1EEDA9D97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28A990-162E-0119-D629-CC0E5B012A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FBFF91-988B-3665-AC53-4C23CD7A0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132BFC-DC4A-7D84-5CA1-AF5854E86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FD054-16D9-7151-3FBB-E69C45D7C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93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3C6B4-5AB2-4D0E-3B2F-F5CC9EFF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2808A6-653E-92EF-84DE-34F58D5E98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84B57D-8CF0-DFB5-72FC-10A26E5492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616E7-DEA5-77E8-D4C1-75A560A6E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2C8801-835B-5E06-798C-AE5AEC5BD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7714C-EFE4-0809-BEEF-B6B676B6B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465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B7CB1-548A-8F52-0869-5A137BA39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05362D-9086-2ECE-CBA6-5D106DC1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5B13F-1B13-4813-6EB2-3A1F6E08A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6911D-1575-8F51-C539-D141F8D52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C374F-ABB2-87AF-01DC-5D9AA22CA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381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BFE0B6-E684-077C-2300-BA4FD8404A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01C142-3C69-B559-21F5-30180102CB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CF238-F233-B364-9368-76943FD67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940D6-685A-F18C-CFAE-CC54FD18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15537-1A60-0D62-6B34-EF325CEFF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797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C0C36F-75C9-637C-1447-C6F200B1D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CD1929-608E-2650-8EB3-4F2BDF201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4C1B4-B424-60C6-B250-F5B0DED824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06A2C-9702-0D4B-B87E-B0AC7DD3AA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6E08A-14DA-BEEA-5210-CC0A66B16A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011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7" Type="http://schemas.openxmlformats.org/officeDocument/2006/relationships/image" Target="../media/image7.tmp"/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tmp"/><Relationship Id="rId5" Type="http://schemas.openxmlformats.org/officeDocument/2006/relationships/image" Target="../media/image5.tmp"/><Relationship Id="rId4" Type="http://schemas.openxmlformats.org/officeDocument/2006/relationships/image" Target="../media/image4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04D96-737F-73D7-580A-1AA100DB29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br>
              <a:rPr lang="en-US" sz="2000" dirty="0"/>
            </a:br>
            <a:br>
              <a:rPr lang="en-US" sz="2000" dirty="0"/>
            </a:br>
            <a:endParaRPr lang="en-US" sz="2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28335E-CF16-C843-40A2-4BCD9B7E88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4422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Shamima Hossain, Ritesh Moon, Yuheng Zhao, Alexandra </a:t>
            </a:r>
            <a:r>
              <a:rPr lang="en-US" dirty="0" err="1"/>
              <a:t>Zienkiewic</a:t>
            </a:r>
            <a:r>
              <a:rPr lang="en-US" dirty="0"/>
              <a:t>, Mikaela Akrenius</a:t>
            </a:r>
          </a:p>
          <a:p>
            <a:endParaRPr lang="en-US" dirty="0"/>
          </a:p>
          <a:p>
            <a:r>
              <a:rPr lang="en-US" dirty="0"/>
              <a:t>ELLIS Summer School AI4Research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B1FB32-CC34-83E5-15AB-4E681E1D9732}"/>
              </a:ext>
            </a:extLst>
          </p:cNvPr>
          <p:cNvSpPr txBox="1"/>
          <p:nvPr/>
        </p:nvSpPr>
        <p:spPr>
          <a:xfrm>
            <a:off x="1178560" y="1559471"/>
            <a:ext cx="1049203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Trust the data? – Agentic Quality Control for Scientific Research</a:t>
            </a:r>
          </a:p>
          <a:p>
            <a:pPr algn="ctr"/>
            <a:r>
              <a:rPr lang="en-US" sz="2800" i="1" dirty="0"/>
              <a:t>A Case Study of Inattentive Responding in Behavioral Science</a:t>
            </a:r>
          </a:p>
        </p:txBody>
      </p:sp>
    </p:spTree>
    <p:extLst>
      <p:ext uri="{BB962C8B-B14F-4D97-AF65-F5344CB8AC3E}">
        <p14:creationId xmlns:p14="http://schemas.microsoft.com/office/powerpoint/2010/main" val="3772057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CCF51-7FCA-B70D-8E78-0ED765AE9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94B54-E9BA-2C4C-B669-ABB45473B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5D4D0-78CF-1EF3-37FA-EE8E32A4B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203" y="1620570"/>
            <a:ext cx="10444185" cy="487230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Problem: detecting spurious correlations caused by inattentive participants in online data on human subjects</a:t>
            </a:r>
          </a:p>
          <a:p>
            <a:r>
              <a:rPr lang="en-US" dirty="0"/>
              <a:t>Target paper: </a:t>
            </a:r>
            <a:r>
              <a:rPr lang="en-US" dirty="0" err="1"/>
              <a:t>Zorowitz</a:t>
            </a:r>
            <a:r>
              <a:rPr lang="en-US" dirty="0"/>
              <a:t> et al. (2023)</a:t>
            </a:r>
          </a:p>
          <a:p>
            <a:pPr lvl="1"/>
            <a:r>
              <a:rPr lang="en-US" dirty="0"/>
              <a:t>reinforcement learning task measures x psychiatric survey measures</a:t>
            </a:r>
          </a:p>
          <a:p>
            <a:pPr lvl="1"/>
            <a:r>
              <a:rPr lang="en-US" dirty="0"/>
              <a:t>detecting and eliminating inattentive participants using task- and survey-based data quality metrics</a:t>
            </a:r>
          </a:p>
          <a:p>
            <a:r>
              <a:rPr lang="en-US" dirty="0"/>
              <a:t>Research question: Can a LLM recognize and exclude the same participants based on statistical information alone – without information from the paper?</a:t>
            </a:r>
          </a:p>
          <a:p>
            <a:r>
              <a:rPr lang="en-US" dirty="0"/>
              <a:t>Method: simple prompt + subsets of data</a:t>
            </a:r>
          </a:p>
          <a:p>
            <a:pPr lvl="1"/>
            <a:r>
              <a:rPr lang="en-US" dirty="0"/>
              <a:t>measures only + trial-level task data + trial-level survey data + both + metrics from </a:t>
            </a:r>
            <a:r>
              <a:rPr lang="en-US" dirty="0" err="1"/>
              <a:t>from</a:t>
            </a:r>
            <a:r>
              <a:rPr lang="en-US" dirty="0"/>
              <a:t> paper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9D0D3A-E623-86BA-9E29-2A4406033E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411"/>
          <a:stretch>
            <a:fillRect/>
          </a:stretch>
        </p:blipFill>
        <p:spPr>
          <a:xfrm>
            <a:off x="6253552" y="170475"/>
            <a:ext cx="5785517" cy="1848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723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7C980-4967-336D-608E-17707C023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7840" y="365125"/>
            <a:ext cx="1965960" cy="1325563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610ED-FAEB-9006-911C-36167DC4E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93477"/>
            <a:ext cx="10515600" cy="2063913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Main results</a:t>
            </a:r>
          </a:p>
          <a:p>
            <a:pPr lvl="1"/>
            <a:r>
              <a:rPr lang="en-US" dirty="0"/>
              <a:t>As expected, LLM needed more than summary information from the data to exclude participants</a:t>
            </a:r>
          </a:p>
          <a:p>
            <a:pPr lvl="1"/>
            <a:r>
              <a:rPr lang="en-US" dirty="0"/>
              <a:t>As in paper, trial-level information from survey was more useful than trial-level information from task, and best results were achieved using both</a:t>
            </a:r>
          </a:p>
          <a:p>
            <a:pPr lvl="1"/>
            <a:r>
              <a:rPr lang="en-US" dirty="0"/>
              <a:t>When LLM was given exclusion metrics used in the paper it made more exclusions than the paper</a:t>
            </a:r>
          </a:p>
          <a:p>
            <a:r>
              <a:rPr lang="en-US" dirty="0"/>
              <a:t>Next steps</a:t>
            </a:r>
          </a:p>
          <a:p>
            <a:pPr lvl="1"/>
            <a:r>
              <a:rPr lang="en-US" dirty="0"/>
              <a:t>Ground truth – paper, AI, or something else?</a:t>
            </a:r>
          </a:p>
          <a:p>
            <a:pPr lvl="1"/>
            <a:r>
              <a:rPr lang="en-US" dirty="0"/>
              <a:t>What kinds of processes did the LLM engage in and what information did it use</a:t>
            </a:r>
          </a:p>
          <a:p>
            <a:pPr lvl="1"/>
            <a:r>
              <a:rPr lang="en-US" dirty="0"/>
              <a:t>Repeating process for other data reliability problems</a:t>
            </a:r>
          </a:p>
          <a:p>
            <a:pPr lvl="1"/>
            <a:r>
              <a:rPr lang="en-US" dirty="0"/>
              <a:t>Developing tool for research and/or deriving insight for research</a:t>
            </a:r>
          </a:p>
          <a:p>
            <a:r>
              <a:rPr lang="en-US" dirty="0"/>
              <a:t>Significance: increasing data quality -&gt; more accurate results -&gt; better real-world application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E91D0B-81A3-940C-524B-3868111B26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647"/>
          <a:stretch>
            <a:fillRect/>
          </a:stretch>
        </p:blipFill>
        <p:spPr>
          <a:xfrm>
            <a:off x="-90949" y="365125"/>
            <a:ext cx="8687693" cy="24091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01A9537-B51A-4DE8-1B0F-8500DEA080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96" y="2915920"/>
            <a:ext cx="2682640" cy="187755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CFEB2D-F952-71DC-13DF-D1633CA177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744" y="2945672"/>
            <a:ext cx="2728732" cy="188137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33C200E-F168-C7BF-B599-C843E70A27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0629" y="2915920"/>
            <a:ext cx="2783945" cy="194087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C165C3A-42ED-134A-5A7B-CE48BAEDEA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0469" y="2940993"/>
            <a:ext cx="2803953" cy="194820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395FD99-A27B-1C2A-8EF7-99A4333B31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928" y="1386506"/>
            <a:ext cx="2703784" cy="1858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113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253</Words>
  <Application>Microsoft Office PowerPoint</Application>
  <PresentationFormat>Widescreen</PresentationFormat>
  <Paragraphs>25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  </vt:lpstr>
      <vt:lpstr>Background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Mikaela Akrenius</dc:creator>
  <cp:lastModifiedBy>Mikaela Akrenius</cp:lastModifiedBy>
  <cp:revision>4</cp:revision>
  <dcterms:created xsi:type="dcterms:W3CDTF">2026-08-21T08:11:36Z</dcterms:created>
  <dcterms:modified xsi:type="dcterms:W3CDTF">2026-08-21T10:39:25Z</dcterms:modified>
</cp:coreProperties>
</file>